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87093a7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bc87093a70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c87093a7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c87093a70_2_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c87093a70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bc87093a70_2_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87093a70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c87093a70_2_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c87093a70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c87093a70_2_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er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8229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er (1).png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800" y="571905"/>
            <a:ext cx="8608375" cy="57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>
            <p:ph idx="4294967295" type="body"/>
          </p:nvPr>
        </p:nvSpPr>
        <p:spPr>
          <a:xfrm>
            <a:off x="274800" y="29134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• Produzir textos com início, meio e fim</a:t>
            </a:r>
            <a:endParaRPr>
              <a:highlight>
                <a:schemeClr val="lt1"/>
              </a:highlight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• Estimular criatividade</a:t>
            </a:r>
            <a:endParaRPr>
              <a:highlight>
                <a:schemeClr val="lt1"/>
              </a:highlight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• Planejar e revisar</a:t>
            </a:r>
            <a:endParaRPr>
              <a:highlight>
                <a:schemeClr val="lt1"/>
              </a:highlight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• Usar IA como apoio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295000" y="984900"/>
            <a:ext cx="6912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OBJETIVOS DE APRENDIZAGEM</a:t>
            </a:r>
            <a:endParaRPr sz="3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er (2)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82296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1225050" y="1167325"/>
            <a:ext cx="669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CONTEÚDO PROGRAMÁTICO</a:t>
            </a:r>
            <a:endParaRPr sz="3200">
              <a:solidFill>
                <a:schemeClr val="dk1"/>
              </a:solidFill>
              <a:highlight>
                <a:srgbClr val="00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>
            <p:ph idx="4294967295" type="body"/>
          </p:nvPr>
        </p:nvSpPr>
        <p:spPr>
          <a:xfrm>
            <a:off x="914400" y="20561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• Texto narrativo</a:t>
            </a:r>
            <a:endParaRPr>
              <a:highlight>
                <a:schemeClr val="lt1"/>
              </a:highlight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• Estrutura</a:t>
            </a:r>
            <a:endParaRPr>
              <a:highlight>
                <a:schemeClr val="lt1"/>
              </a:highlight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• Planejamento</a:t>
            </a:r>
            <a:endParaRPr>
              <a:highlight>
                <a:schemeClr val="lt1"/>
              </a:highlight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• Revisão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er (3).png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82296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>
            <p:ph idx="4294967295" type="title"/>
          </p:nvPr>
        </p:nvSpPr>
        <p:spPr>
          <a:xfrm>
            <a:off x="584875" y="767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Calibri"/>
              <a:buNone/>
            </a:pPr>
            <a:r>
              <a:rPr lang="en-US" sz="3200">
                <a:highlight>
                  <a:srgbClr val="00FF00"/>
                </a:highlight>
              </a:rPr>
              <a:t>METODOLOGIA – ETAPAS </a:t>
            </a:r>
            <a:endParaRPr sz="3200">
              <a:highlight>
                <a:srgbClr val="00FF00"/>
              </a:highlight>
            </a:endParaRPr>
          </a:p>
        </p:txBody>
      </p:sp>
      <p:sp>
        <p:nvSpPr>
          <p:cNvPr id="105" name="Google Shape;105;p16"/>
          <p:cNvSpPr txBox="1"/>
          <p:nvPr>
            <p:ph idx="4294967295" type="body"/>
          </p:nvPr>
        </p:nvSpPr>
        <p:spPr>
          <a:xfrm>
            <a:off x="457200" y="2238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1) Conversa inicial</a:t>
            </a:r>
            <a:endParaRPr>
              <a:highlight>
                <a:schemeClr val="lt1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2) Tema</a:t>
            </a:r>
            <a:endParaRPr>
              <a:highlight>
                <a:schemeClr val="lt1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3) Planejamento</a:t>
            </a:r>
            <a:endParaRPr>
              <a:highlight>
                <a:schemeClr val="lt1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4) Produção</a:t>
            </a:r>
            <a:endParaRPr>
              <a:highlight>
                <a:schemeClr val="lt1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5) Revisão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er (1).png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800" y="571905"/>
            <a:ext cx="8608375" cy="57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>
            <p:ph type="title"/>
          </p:nvPr>
        </p:nvSpPr>
        <p:spPr>
          <a:xfrm>
            <a:off x="457200" y="8218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4400"/>
              <a:buFont typeface="Calibri"/>
              <a:buNone/>
            </a:pPr>
            <a:r>
              <a:rPr lang="en-US">
                <a:solidFill>
                  <a:srgbClr val="FF8C00"/>
                </a:solidFill>
                <a:highlight>
                  <a:srgbClr val="D9D9D9"/>
                </a:highlight>
              </a:rPr>
              <a:t>Uso da IA 🤖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464188" y="2220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IA auxilia na geração de ideias, mantendo autoria do aluno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er.png" id="117" name="Google Shape;1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82296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>
            <p:ph type="title"/>
          </p:nvPr>
        </p:nvSpPr>
        <p:spPr>
          <a:xfrm>
            <a:off x="-1129629" y="310049"/>
            <a:ext cx="111249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5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Exemplo de História</a:t>
            </a:r>
            <a:endParaRPr sz="5500">
              <a:highlight>
                <a:schemeClr val="lt1"/>
              </a:highlight>
            </a:endParaRPr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47760" y="1638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Era uma vez uma menina que encontrou um livro mágico que a levava para mundos encantados. Cada página revelava uma nova aventura cheia de cores e personagens incríveis</a:t>
            </a:r>
            <a:r>
              <a:rPr lang="en-US" sz="2500">
                <a:highlight>
                  <a:schemeClr val="lt1"/>
                </a:highlight>
              </a:rPr>
              <a:t>…</a:t>
            </a:r>
            <a:endParaRPr sz="25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